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502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5029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TRACEBACK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TraceBack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Cloud-Native Lost &amp; Found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2004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Rajat Sharma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B.Tech Computer Science &amp;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Full-Stack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0312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Cloud-Native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Spring Boot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4114800"/>
            <a:ext cx="1417320" cy="365760"/>
          </a:xfrm>
          <a:prstGeom prst="roundRect">
            <a:avLst>
              <a:gd name="adj" fmla="val 175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1208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React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03720" y="16002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92240" y="2331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Lost &amp; Found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Simplified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Connect finders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owners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TraceBack?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❌  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Students contact Dean/faculty when they lose items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Faculty send emails to all students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Slow — dependent on faculty involvement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552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Emails can be missed or ignored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7856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direct connection between finder and owner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✅  My 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642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 lost or found items with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1945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Browse Active and Resolved items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7249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Claim an item with proof of ownership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25526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 or reject claims — structured 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78561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items as Active or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7830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· Vite · JavaScript · CSS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 &amp; REST API communication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830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9204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 · Spring Boot · Spring 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APIs, business logic, auth &amp; authorization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7830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Database &amp; 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 Atlas · AWS S3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data storage + image uploads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17830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9204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DevOps &amp; Deploy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· Kubernetes · Render · Vercel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931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Containerization, orchestration &amp; cloud deploy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TraceBack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0040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Register / Login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89888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89888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JWT Auth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04288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59736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59736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14016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Post Item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74136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9584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29584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83864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Upload to S3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43984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99432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99432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53712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Browse Items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13832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0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0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Submit Claim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0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39128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39128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93408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Accept/Reject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53528" y="1115568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08976" y="100584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808976" y="1024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🏁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63256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Resolved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24871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🔒  Secure JWT-based authentication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29626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📸  Image uploads via AWS S3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4381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📋  Proof-based ownership claims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3913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✔️   Claim accept / reject workflow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24871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🔍  Browse Active &amp; Resolved items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296265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📊  Active &amp; Resolved item tracking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54880" y="34381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📝  Lost and Found item posting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3913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🌐  Cloud-deployed full-stack 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Cloud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931920" y="9601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023360" y="10058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User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69164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38328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⚛️  React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(Vercel)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60604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83280" y="2651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☕  Spring Boot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(Render)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52044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63040" y="35661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MongoDB Atlas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352044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03520" y="35661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🖼️  AWS S3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6184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3500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DevOps Implementation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🐳 Docker containerization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1920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🔧 Docker Compose (local multi-container setup)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377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☸️  Kubernetes orchestration (local deployment)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🔑 Kubernetes Secrets for credentials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💾 Persistent MongoDB storage using PVC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🌐 Production backend → Render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206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⚡ Production frontend → Vercel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· Learning ·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241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🔥  Challenges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JWT + Spring Security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65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AWS S3 integration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Cross-env frontend/backend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Dockerizing both services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Local Kubernetes deployment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CORS for production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Spring Boot + MongoDB Atlas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83280" y="10241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📚  What I Learned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Full-stack app development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865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REST API design &amp; 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Cloud storage integration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Containerization &amp; orchestration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Public cloud deployment &amp; debugging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9144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10241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🚀  Future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Two-Factor Auth (2FA)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865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User Profiles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2494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Personalized Dashboards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633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In-App Chat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UI/UX improvements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• User feedback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</a:rPr>
              <a:t>TraceBack — Cloud-Native Lost &amp; Found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Presented by Rajat Sharma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B.Tech Computer Science &amp;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2026-07-14T09:25:28Z</dcterms:created>
  <dcterms:modified xsi:type="dcterms:W3CDTF">2026-07-14T09:25:28Z</dcterms:modified>
</cp:coreProperties>
</file>